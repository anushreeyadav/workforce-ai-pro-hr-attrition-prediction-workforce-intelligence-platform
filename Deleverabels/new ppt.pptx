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</p:sldIdLst>
  <p:notesMasterIdLst>
    <p:notesMasterId r:id="rId1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I Screenshots" id="{f55ad4ac-8304-04a7-9e2d-18d0a94057e9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Workforce Dashboards" id="{ef56b944-529b-b96a-c07e-d72ec881a76f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Project Overview" id="{b3f68f2e-101b-1dc9-8948-64187a2aa371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Backend Source Code" id="{3e822df0-64ba-e8c1-735d-6ed8da47c713}">
          <p14:sldIdLst>
            <p14:sldId id="318"/>
            <p14:sldId id="319"/>
            <p14:sldId id="320"/>
            <p14:sldId id="321"/>
            <p14:sldId id="322"/>
          </p14:sldIdLst>
        </p14:section>
        <p14:section name="Frontend Source Code" id="{ad8e1f20-fcea-1967-e0dd-88d493dd590b}">
          <p14:sldIdLst>
            <p14:sldId id="323"/>
            <p14:sldId id="324"/>
            <p14:sldId id="325"/>
          </p14:sldIdLst>
        </p14:section>
        <p14:section name="AI Prediction APIs" id="{ad8233a5-d73b-10bd-3f65-2b39efc91f14}">
          <p14:sldIdLst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Analytics Reports" id="{91f27798-54a9-ce34-1498-d28316e19347}">
          <p14:sldIdLst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</p14:sldIdLst>
        </p14:section>
        <p14:section name="API Documentation" id="{cf64883e-bdc1-7903-5e33-fe5c87c212a2}">
          <p14:sldIdLst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</p14:sldIdLst>
        </p14:section>
        <p14:section name="Database Schema" id="{43b0561c-7164-640e-fa5f-3016c93410ac}">
          <p14:sldIdLst>
            <p14:sldId id="391"/>
            <p14:sldId id="392"/>
            <p14:sldId id="393"/>
            <p14:sldId id="394"/>
            <p14:sldId id="395"/>
            <p14:sldId id="396"/>
          </p14:sldIdLst>
        </p14:section>
        <p14:section name="Test Results" id="{8dc9d327-7c7a-ddd0-20d6-5cd502f22a09}">
          <p14:sldIdLst>
            <p14:sldId id="397"/>
            <p14:sldId id="398"/>
            <p14:sldId id="399"/>
            <p14:sldId id="400"/>
            <p14:sldId id="401"/>
            <p14:sldId id="402"/>
          </p14:sldIdLst>
        </p14:section>
        <p14:section name="Tools" id="{4e34426e-0393-7705-e6f5-7ceaac7e7e9d}">
          <p14:sldIdLst>
            <p14:sldId id="403"/>
            <p14:sldId id="404"/>
            <p14:sldId id="4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notesMaster" Target="notesMasters/notesMaster1.xml"/><Relationship Id="rId153" Type="http://schemas.openxmlformats.org/officeDocument/2006/relationships/presProps" Target="presProps.xml"/><Relationship Id="rId154" Type="http://schemas.openxmlformats.org/officeDocument/2006/relationships/viewProps" Target="viewProps.xml"/><Relationship Id="rId155" Type="http://schemas.openxmlformats.org/officeDocument/2006/relationships/theme" Target="theme/theme1.xml"/><Relationship Id="rId1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BFD7DE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F2F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WorkForce AI Pro: Project Deliverables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7DE"/>
                </a:solidFill>
              </a:rPr>
              <a:t>Application screenshots and snapshots of every deliverable document · 138 items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UI Screenshots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Screens from the running application, by feature area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UI screenshots README</a:t>
            </a:r>
            <a:endParaRPr lang="en-US" sz="2600" dirty="0"/>
          </a:p>
        </p:txBody>
      </p:sp>
      <p:pic>
        <p:nvPicPr>
          <p:cNvPr id="3" name="Snapshot" descr="UI screenshots READ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Risk Monitoring: Attrition Risk Alerts</a:t>
            </a:r>
            <a:endParaRPr lang="en-US" sz="2600" dirty="0"/>
          </a:p>
        </p:txBody>
      </p:sp>
      <p:pic>
        <p:nvPicPr>
          <p:cNvPr id="3" name="Snapshot" descr="AI Risk Monitoring: Attrition Risk Al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Risk Monitoring: Risk Alert Detail</a:t>
            </a:r>
            <a:endParaRPr lang="en-US" sz="2600" dirty="0"/>
          </a:p>
        </p:txBody>
      </p:sp>
      <p:pic>
        <p:nvPicPr>
          <p:cNvPr id="3" name="Snapshot" descr="AI Risk Monitoring: Risk Alert 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Risk Monitoring: Datasets and Model Status (Admin)</a:t>
            </a:r>
            <a:endParaRPr lang="en-US" sz="2600" dirty="0"/>
          </a:p>
        </p:txBody>
      </p:sp>
      <p:pic>
        <p:nvPicPr>
          <p:cNvPr id="3" name="Snapshot" descr="AI Risk Monitoring: Datasets and Model Status (Admi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Risk Monitoring: Risk Page Not Available to Employee</a:t>
            </a:r>
            <a:endParaRPr lang="en-US" sz="2600" dirty="0"/>
          </a:p>
        </p:txBody>
      </p:sp>
      <p:pic>
        <p:nvPicPr>
          <p:cNvPr id="3" name="Snapshot" descr="AI Risk Monitoring: Risk Page Not Available to Employ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Risk Monitoring: Dataset Versions (Admin)</a:t>
            </a:r>
            <a:endParaRPr lang="en-US" sz="2600" dirty="0"/>
          </a:p>
        </p:txBody>
      </p:sp>
      <p:pic>
        <p:nvPicPr>
          <p:cNvPr id="3" name="Snapshot" descr="AI Risk Monitoring: Dataset Versions (Admi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Analytics &amp; Forecasting: Workforce Analytics, Forecast and Stability</a:t>
            </a:r>
            <a:endParaRPr lang="en-US" sz="2600" dirty="0"/>
          </a:p>
        </p:txBody>
      </p:sp>
      <p:pic>
        <p:nvPicPr>
          <p:cNvPr id="3" name="Snapshot" descr="Analytics &amp; Forecasting: Workforce Analytics, Forecast and Stabil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4012" y="1051560"/>
            <a:ext cx="4940927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Attendance &amp; Leave: My Attendance (Employee)</a:t>
            </a:r>
            <a:endParaRPr lang="en-US" sz="2600" dirty="0"/>
          </a:p>
        </p:txBody>
      </p:sp>
      <p:pic>
        <p:nvPicPr>
          <p:cNvPr id="3" name="Snapshot" descr="Attendance &amp; Leave: My Attendance (Employe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9539" y="1051560"/>
            <a:ext cx="592987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Attendance &amp; Leave: Attendance Team Overview (HR)</a:t>
            </a:r>
            <a:endParaRPr lang="en-US" sz="2600" dirty="0"/>
          </a:p>
        </p:txBody>
      </p:sp>
      <p:pic>
        <p:nvPicPr>
          <p:cNvPr id="3" name="Snapshot" descr="Attendance &amp; Leave: Attendance Team Overview (H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71" y="1051560"/>
            <a:ext cx="5916210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Attendance &amp; Leave: My Leave Requests (Employee)</a:t>
            </a:r>
            <a:endParaRPr lang="en-US" sz="2600" dirty="0"/>
          </a:p>
        </p:txBody>
      </p:sp>
      <p:pic>
        <p:nvPicPr>
          <p:cNvPr id="3" name="Snapshot" descr="Attendance &amp; Leave: My Leave Requests (Employe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Attendance &amp; Leave: Leave Balances (Employee)</a:t>
            </a:r>
            <a:endParaRPr lang="en-US" sz="2600" dirty="0"/>
          </a:p>
        </p:txBody>
      </p:sp>
      <p:pic>
        <p:nvPicPr>
          <p:cNvPr id="3" name="Snapshot" descr="Attendance &amp; Leave: Leave Balances (Employe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Attendance &amp; Leave: Leave Review Queue (Manager)</a:t>
            </a:r>
            <a:endParaRPr lang="en-US" sz="2600" dirty="0"/>
          </a:p>
        </p:txBody>
      </p:sp>
      <p:pic>
        <p:nvPicPr>
          <p:cNvPr id="3" name="Snapshot" descr="Attendance &amp; Leave: Leave Review Queue (Manage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762" y="1051560"/>
            <a:ext cx="8125428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Authentication: Login Page</a:t>
            </a:r>
            <a:endParaRPr lang="en-US" sz="2600" dirty="0"/>
          </a:p>
        </p:txBody>
      </p:sp>
      <p:pic>
        <p:nvPicPr>
          <p:cNvPr id="3" name="Snapshot" descr="Authentication: Login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Authentication: Login Invalid Credentials</a:t>
            </a:r>
            <a:endParaRPr lang="en-US" sz="2600" dirty="0"/>
          </a:p>
        </p:txBody>
      </p:sp>
      <p:pic>
        <p:nvPicPr>
          <p:cNvPr id="3" name="Snapshot" descr="Authentication: Login Invalid Credenti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Authentication: Protected Route Redirects to Login</a:t>
            </a:r>
            <a:endParaRPr lang="en-US" sz="2600" dirty="0"/>
          </a:p>
        </p:txBody>
      </p:sp>
      <p:pic>
        <p:nvPicPr>
          <p:cNvPr id="3" name="Snapshot" descr="Authentication: Protected Route Redirects to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Dashboard: Main Dashboard (HR)</a:t>
            </a:r>
            <a:endParaRPr lang="en-US" sz="2600" dirty="0"/>
          </a:p>
        </p:txBody>
      </p:sp>
      <p:pic>
        <p:nvPicPr>
          <p:cNvPr id="3" name="Snapshot" descr="Dashboard: Main Dashboard (H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820" y="1051560"/>
            <a:ext cx="435931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Dashboard: Manager Department Scope</a:t>
            </a:r>
            <a:endParaRPr lang="en-US" sz="2600" dirty="0"/>
          </a:p>
        </p:txBody>
      </p:sp>
      <p:pic>
        <p:nvPicPr>
          <p:cNvPr id="3" name="Snapshot" descr="Dashboard: Manager Department 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8192" y="1051560"/>
            <a:ext cx="4912567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Dashboard: Employee Self-Service</a:t>
            </a:r>
            <a:endParaRPr lang="en-US" sz="2600" dirty="0"/>
          </a:p>
        </p:txBody>
      </p:sp>
      <p:pic>
        <p:nvPicPr>
          <p:cNvPr id="3" name="Snapshot" descr="Dashboard: Employee Self-Serv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195" y="1051560"/>
            <a:ext cx="8354561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Employee Management: Employee List</a:t>
            </a:r>
            <a:endParaRPr lang="en-US" sz="2600" dirty="0"/>
          </a:p>
        </p:txBody>
      </p:sp>
      <p:pic>
        <p:nvPicPr>
          <p:cNvPr id="3" name="Snapshot" descr="Employee Management: Employee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Employee Management: Employee Detail</a:t>
            </a:r>
            <a:endParaRPr lang="en-US" sz="2600" dirty="0"/>
          </a:p>
        </p:txBody>
      </p:sp>
      <p:pic>
        <p:nvPicPr>
          <p:cNvPr id="3" name="Snapshot" descr="Employee Management: Employee 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Employee Management: Departments</a:t>
            </a:r>
            <a:endParaRPr lang="en-US" sz="2600" dirty="0"/>
          </a:p>
        </p:txBody>
      </p:sp>
      <p:pic>
        <p:nvPicPr>
          <p:cNvPr id="3" name="Snapshot" descr="Employee Management: Depart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Interventions &amp; Tasks: Interventions</a:t>
            </a:r>
            <a:endParaRPr lang="en-US" sz="2600" dirty="0"/>
          </a:p>
        </p:txBody>
      </p:sp>
      <p:pic>
        <p:nvPicPr>
          <p:cNvPr id="3" name="Snapshot" descr="Interventions &amp; Tasks: Interven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Interventions &amp; Tasks: Intervention Detail and History</a:t>
            </a:r>
            <a:endParaRPr lang="en-US" sz="2600" dirty="0"/>
          </a:p>
        </p:txBody>
      </p:sp>
      <p:pic>
        <p:nvPicPr>
          <p:cNvPr id="3" name="Snapshot" descr="Interventions &amp; Tasks: Intervention Detail and 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Interventions &amp; Tasks: Recommendations</a:t>
            </a:r>
            <a:endParaRPr lang="en-US" sz="2600" dirty="0"/>
          </a:p>
        </p:txBody>
      </p:sp>
      <p:pic>
        <p:nvPicPr>
          <p:cNvPr id="3" name="Snapshot" descr="Interventions &amp; Tasks: Recommend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Interventions &amp; Tasks: Tasks</a:t>
            </a:r>
            <a:endParaRPr lang="en-US" sz="2600" dirty="0"/>
          </a:p>
        </p:txBody>
      </p:sp>
      <p:pic>
        <p:nvPicPr>
          <p:cNvPr id="3" name="Snapshot" descr="Interventions &amp; Tasks: Tas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Interventions &amp; Tasks: Task Detail</a:t>
            </a:r>
            <a:endParaRPr lang="en-US" sz="2600" dirty="0"/>
          </a:p>
        </p:txBody>
      </p:sp>
      <p:pic>
        <p:nvPicPr>
          <p:cNvPr id="3" name="Snapshot" descr="Interventions &amp; Tasks: Task 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Notifications &amp; Search: Notifications</a:t>
            </a:r>
            <a:endParaRPr lang="en-US" sz="2600" dirty="0"/>
          </a:p>
        </p:txBody>
      </p:sp>
      <p:pic>
        <p:nvPicPr>
          <p:cNvPr id="3" name="Snapshot" descr="Notifications &amp; Search: Notif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Notifications &amp; Search: Global Search</a:t>
            </a:r>
            <a:endParaRPr lang="en-US" sz="2600" dirty="0"/>
          </a:p>
        </p:txBody>
      </p:sp>
      <p:pic>
        <p:nvPicPr>
          <p:cNvPr id="3" name="Snapshot" descr="Notifications &amp; Search: Global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Payroll: Payroll Periods and Records</a:t>
            </a:r>
            <a:endParaRPr lang="en-US" sz="2600" dirty="0"/>
          </a:p>
        </p:txBody>
      </p:sp>
      <p:pic>
        <p:nvPicPr>
          <p:cNvPr id="3" name="Snapshot" descr="Payroll: Payroll Periods and Rec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2714" y="1051560"/>
            <a:ext cx="630352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Payroll: Payroll Record Detail</a:t>
            </a:r>
            <a:endParaRPr lang="en-US" sz="2600" dirty="0"/>
          </a:p>
        </p:txBody>
      </p:sp>
      <p:pic>
        <p:nvPicPr>
          <p:cNvPr id="3" name="Snapshot" descr="Payroll: Payroll Record 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Payroll: My Payslips (Employee)</a:t>
            </a:r>
            <a:endParaRPr lang="en-US" sz="2600" dirty="0"/>
          </a:p>
        </p:txBody>
      </p:sp>
      <p:pic>
        <p:nvPicPr>
          <p:cNvPr id="3" name="Snapshot" descr="Payroll: My Payslips (Employe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Payroll: Payslip Dialog (Employee)</a:t>
            </a:r>
            <a:endParaRPr lang="en-US" sz="2600" dirty="0"/>
          </a:p>
        </p:txBody>
      </p:sp>
      <p:pic>
        <p:nvPicPr>
          <p:cNvPr id="3" name="Snapshot" descr="Payroll: Payslip Dialog (Employe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Performance Reviews: Goals (Manager)</a:t>
            </a:r>
            <a:endParaRPr lang="en-US" sz="2600" dirty="0"/>
          </a:p>
        </p:txBody>
      </p:sp>
      <p:pic>
        <p:nvPicPr>
          <p:cNvPr id="3" name="Snapshot" descr="Performance Reviews: Goals (Manage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762" y="1051560"/>
            <a:ext cx="8125428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Performance Reviews: Reviews (Manager)</a:t>
            </a:r>
            <a:endParaRPr lang="en-US" sz="2600" dirty="0"/>
          </a:p>
        </p:txBody>
      </p:sp>
      <p:pic>
        <p:nvPicPr>
          <p:cNvPr id="3" name="Snapshot" descr="Performance Reviews: Reviews (Manage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762" y="1051560"/>
            <a:ext cx="8125428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Performance Reviews: Review Detail and Reviewer Evaluation</a:t>
            </a:r>
            <a:endParaRPr lang="en-US" sz="2600" dirty="0"/>
          </a:p>
        </p:txBody>
      </p:sp>
      <p:pic>
        <p:nvPicPr>
          <p:cNvPr id="3" name="Snapshot" descr="Performance Reviews: Review Detail and Reviewer Evalu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Performance Reviews: Review Cycles (HR)</a:t>
            </a:r>
            <a:endParaRPr lang="en-US" sz="2600" dirty="0"/>
          </a:p>
        </p:txBody>
      </p:sp>
      <p:pic>
        <p:nvPicPr>
          <p:cNvPr id="3" name="Snapshot" descr="Performance Reviews: Review Cycles (H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Reports &amp; Audit: Activity Feed and Monitoring Status</a:t>
            </a:r>
            <a:endParaRPr lang="en-US" sz="2600" dirty="0"/>
          </a:p>
        </p:txBody>
      </p:sp>
      <p:pic>
        <p:nvPicPr>
          <p:cNvPr id="3" name="Snapshot" descr="Reports &amp; Audit: Activity Feed and Monitoring Sta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6469" y="1051560"/>
            <a:ext cx="5316015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Reports &amp; Audit: Reports and Exports</a:t>
            </a:r>
            <a:endParaRPr lang="en-US" sz="2600" dirty="0"/>
          </a:p>
        </p:txBody>
      </p:sp>
      <p:pic>
        <p:nvPicPr>
          <p:cNvPr id="3" name="Snapshot" descr="Reports &amp; Audit: Reports and Expo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3728" y="1051560"/>
            <a:ext cx="4601497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Reports &amp; Audit: Audit Logs</a:t>
            </a:r>
            <a:endParaRPr lang="en-US" sz="2600" dirty="0"/>
          </a:p>
        </p:txBody>
      </p:sp>
      <p:pic>
        <p:nvPicPr>
          <p:cNvPr id="3" name="Snapshot" descr="Reports &amp; Audit: Audit L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1113" y="1051560"/>
            <a:ext cx="4366727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Workforce Dashboards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Dashboard views for HR, managers and employees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Dashboard notes</a:t>
            </a:r>
            <a:endParaRPr lang="en-US" sz="2600" dirty="0"/>
          </a:p>
        </p:txBody>
      </p:sp>
      <p:pic>
        <p:nvPicPr>
          <p:cNvPr id="3" name="Snapshot" descr="Dashboard n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Dashboard: Main Workforce Dashboard (HR)</a:t>
            </a:r>
            <a:endParaRPr lang="en-US" sz="2600" dirty="0"/>
          </a:p>
        </p:txBody>
      </p:sp>
      <p:pic>
        <p:nvPicPr>
          <p:cNvPr id="3" name="Snapshot" descr="Workforce Dashboard: Main Workforce Dashboard (H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820" y="1051560"/>
            <a:ext cx="435931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Dashboard: Department Dashboard (Manager)</a:t>
            </a:r>
            <a:endParaRPr lang="en-US" sz="2600" dirty="0"/>
          </a:p>
        </p:txBody>
      </p:sp>
      <p:pic>
        <p:nvPicPr>
          <p:cNvPr id="3" name="Snapshot" descr="Workforce Dashboard: Department Dashboard (Manage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8192" y="1051560"/>
            <a:ext cx="4912567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Dashboard: Employee Self-Service Dashboard</a:t>
            </a:r>
            <a:endParaRPr lang="en-US" sz="2600" dirty="0"/>
          </a:p>
        </p:txBody>
      </p:sp>
      <p:pic>
        <p:nvPicPr>
          <p:cNvPr id="3" name="Snapshot" descr="Workforce Dashboard: Employee Self-Service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195" y="1051560"/>
            <a:ext cx="8354561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Dashboard: Employee Summary</a:t>
            </a:r>
            <a:endParaRPr lang="en-US" sz="2600" dirty="0"/>
          </a:p>
        </p:txBody>
      </p:sp>
      <p:pic>
        <p:nvPicPr>
          <p:cNvPr id="3" name="Snapshot" descr="Workforce Dashboard: Employee Summ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Dashboard: Department Summary</a:t>
            </a:r>
            <a:endParaRPr lang="en-US" sz="2600" dirty="0"/>
          </a:p>
        </p:txBody>
      </p:sp>
      <p:pic>
        <p:nvPicPr>
          <p:cNvPr id="3" name="Snapshot" descr="Workforce Dashboard: Department Summ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Dashboard: Attendance Summary</a:t>
            </a:r>
            <a:endParaRPr lang="en-US" sz="2600" dirty="0"/>
          </a:p>
        </p:txBody>
      </p:sp>
      <p:pic>
        <p:nvPicPr>
          <p:cNvPr id="3" name="Snapshot" descr="Workforce Dashboard: Attendance Summ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71" y="1051560"/>
            <a:ext cx="5916210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Dashboard: Leave Summary and Review Queue</a:t>
            </a:r>
            <a:endParaRPr lang="en-US" sz="2600" dirty="0"/>
          </a:p>
        </p:txBody>
      </p:sp>
      <p:pic>
        <p:nvPicPr>
          <p:cNvPr id="3" name="Snapshot" descr="Workforce Dashboard: Leave Summary and Review Que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762" y="1051560"/>
            <a:ext cx="8125428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Dashboard: Attrition Risk Overview</a:t>
            </a:r>
            <a:endParaRPr lang="en-US" sz="2600" dirty="0"/>
          </a:p>
        </p:txBody>
      </p:sp>
      <p:pic>
        <p:nvPicPr>
          <p:cNvPr id="3" name="Snapshot" descr="Workforce Dashboard: Attrition Risk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292" y="1051560"/>
            <a:ext cx="7522369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Dashboard: Stability Forecast and Department Analytics</a:t>
            </a:r>
            <a:endParaRPr lang="en-US" sz="2600" dirty="0"/>
          </a:p>
        </p:txBody>
      </p:sp>
      <p:pic>
        <p:nvPicPr>
          <p:cNvPr id="3" name="Snapshot" descr="Workforce Dashboard: Stability Forecast and Department Analyt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4012" y="1051560"/>
            <a:ext cx="4940927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Dashboard: Activity and Monitoring Status</a:t>
            </a:r>
            <a:endParaRPr lang="en-US" sz="2600" dirty="0"/>
          </a:p>
        </p:txBody>
      </p:sp>
      <p:pic>
        <p:nvPicPr>
          <p:cNvPr id="3" name="Snapshot" descr="Workforce Dashboard: Activity and Monitoring Sta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6469" y="1051560"/>
            <a:ext cx="5316015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Project Overview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Deliverables README, inventory and project documents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Deliverables README</a:t>
            </a:r>
            <a:endParaRPr lang="en-US" sz="2600" dirty="0"/>
          </a:p>
        </p:txBody>
      </p:sp>
      <p:pic>
        <p:nvPicPr>
          <p:cNvPr id="3" name="Snapshot" descr="Deliverables READ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File inventory</a:t>
            </a:r>
            <a:endParaRPr lang="en-US" sz="2600" dirty="0"/>
          </a:p>
        </p:txBody>
      </p:sp>
      <p:pic>
        <p:nvPicPr>
          <p:cNvPr id="3" name="Snapshot" descr="File inven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Project docs README</a:t>
            </a:r>
            <a:endParaRPr lang="en-US" sz="2600" dirty="0"/>
          </a:p>
        </p:txBody>
      </p:sp>
      <p:pic>
        <p:nvPicPr>
          <p:cNvPr id="3" name="Snapshot" descr="Project docs READ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Final project report</a:t>
            </a:r>
            <a:endParaRPr lang="en-US" sz="2600" dirty="0"/>
          </a:p>
        </p:txBody>
      </p:sp>
      <p:pic>
        <p:nvPicPr>
          <p:cNvPr id="3" name="Snapshot" descr="Final project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Deployment readiness</a:t>
            </a:r>
            <a:endParaRPr lang="en-US" sz="2600" dirty="0"/>
          </a:p>
        </p:txBody>
      </p:sp>
      <p:pic>
        <p:nvPicPr>
          <p:cNvPr id="3" name="Snapshot" descr="Deployment readin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Security and RBAC</a:t>
            </a:r>
            <a:endParaRPr lang="en-US" sz="2600" dirty="0"/>
          </a:p>
        </p:txBody>
      </p:sp>
      <p:pic>
        <p:nvPicPr>
          <p:cNvPr id="3" name="Snapshot" descr="Security and RB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Performance</a:t>
            </a:r>
            <a:endParaRPr lang="en-US" sz="2600" dirty="0"/>
          </a:p>
        </p:txBody>
      </p:sp>
      <p:pic>
        <p:nvPicPr>
          <p:cNvPr id="3" name="Snapshot" descr="Perform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QA report</a:t>
            </a:r>
            <a:endParaRPr lang="en-US" sz="2600" dirty="0"/>
          </a:p>
        </p:txBody>
      </p:sp>
      <p:pic>
        <p:nvPicPr>
          <p:cNvPr id="3" name="Snapshot" descr="QA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Backend Source Code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Backend README files and folder structure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Backend source code README</a:t>
            </a:r>
            <a:endParaRPr lang="en-US" sz="2600" dirty="0"/>
          </a:p>
        </p:txBody>
      </p:sp>
      <p:pic>
        <p:nvPicPr>
          <p:cNvPr id="3" name="Snapshot" descr="Backend source code READ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Backend source code folder structure</a:t>
            </a:r>
            <a:endParaRPr lang="en-US" sz="2600" dirty="0"/>
          </a:p>
        </p:txBody>
      </p:sp>
      <p:pic>
        <p:nvPicPr>
          <p:cNvPr id="3" name="Snapshot" descr="Backend source code folder stru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ML module README</a:t>
            </a:r>
            <a:endParaRPr lang="en-US" sz="2600" dirty="0"/>
          </a:p>
        </p:txBody>
      </p:sp>
      <p:pic>
        <p:nvPicPr>
          <p:cNvPr id="3" name="Snapshot" descr="ML module READ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Database setup README</a:t>
            </a:r>
            <a:endParaRPr lang="en-US" sz="2600" dirty="0"/>
          </a:p>
        </p:txBody>
      </p:sp>
      <p:pic>
        <p:nvPicPr>
          <p:cNvPr id="3" name="Snapshot" descr="Database setup READ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Frontend Source Code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Frontend README and folder structure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Frontend source code README</a:t>
            </a:r>
            <a:endParaRPr lang="en-US" sz="2600" dirty="0"/>
          </a:p>
        </p:txBody>
      </p:sp>
      <p:pic>
        <p:nvPicPr>
          <p:cNvPr id="3" name="Snapshot" descr="Frontend source code READ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Frontend source code folder structure</a:t>
            </a:r>
            <a:endParaRPr lang="en-US" sz="2600" dirty="0"/>
          </a:p>
        </p:txBody>
      </p:sp>
      <p:pic>
        <p:nvPicPr>
          <p:cNvPr id="3" name="Snapshot" descr="Frontend source code folder stru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Prediction APIs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API guide, folder structure and example responses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prediction API guide</a:t>
            </a:r>
            <a:endParaRPr lang="en-US" sz="2600" dirty="0"/>
          </a:p>
        </p:txBody>
      </p:sp>
      <p:pic>
        <p:nvPicPr>
          <p:cNvPr id="3" name="Snapshot" descr="AI prediction API gu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prediction APIs folder structure</a:t>
            </a:r>
            <a:endParaRPr lang="en-US" sz="2600" dirty="0"/>
          </a:p>
        </p:txBody>
      </p:sp>
      <p:pic>
        <p:nvPicPr>
          <p:cNvPr id="3" name="Snapshot" descr="AI prediction APIs folder stru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Dataset Validation Report</a:t>
            </a:r>
            <a:endParaRPr lang="en-US" sz="2600" dirty="0"/>
          </a:p>
        </p:txBody>
      </p:sp>
      <p:pic>
        <p:nvPicPr>
          <p:cNvPr id="3" name="Snapshot" descr="AI API example: Dataset Validation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Datasets</a:t>
            </a:r>
            <a:endParaRPr lang="en-US" sz="2600" dirty="0"/>
          </a:p>
        </p:txBody>
      </p:sp>
      <p:pic>
        <p:nvPicPr>
          <p:cNvPr id="3" name="Snapshot" descr="AI API example: Datas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Model Status</a:t>
            </a:r>
            <a:endParaRPr lang="en-US" sz="2600" dirty="0"/>
          </a:p>
        </p:txBody>
      </p:sp>
      <p:pic>
        <p:nvPicPr>
          <p:cNvPr id="3" name="Snapshot" descr="AI API example: Model Sta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Monitoring Run</a:t>
            </a:r>
            <a:endParaRPr lang="en-US" sz="2600" dirty="0"/>
          </a:p>
        </p:txBody>
      </p:sp>
      <p:pic>
        <p:nvPicPr>
          <p:cNvPr id="3" name="Snapshot" descr="AI API example: Monitoring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Predict Batch with Unknown ID</a:t>
            </a:r>
            <a:endParaRPr lang="en-US" sz="2600" dirty="0"/>
          </a:p>
        </p:txBody>
      </p:sp>
      <p:pic>
        <p:nvPicPr>
          <p:cNvPr id="3" name="Snapshot" descr="AI API example: Predict Batch with Unknown 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Predict Forbidden for Employee</a:t>
            </a:r>
            <a:endParaRPr lang="en-US" sz="2600" dirty="0"/>
          </a:p>
        </p:txBody>
      </p:sp>
      <p:pic>
        <p:nvPicPr>
          <p:cNvPr id="3" name="Snapshot" descr="AI API example: Predict Forbidden for Employ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Predict One</a:t>
            </a:r>
            <a:endParaRPr lang="en-US" sz="2600" dirty="0"/>
          </a:p>
        </p:txBody>
      </p:sp>
      <p:pic>
        <p:nvPicPr>
          <p:cNvPr id="3" name="Snapshot" descr="AI API example: Predict 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Prediction History</a:t>
            </a:r>
            <a:endParaRPr lang="en-US" sz="2600" dirty="0"/>
          </a:p>
        </p:txBody>
      </p:sp>
      <p:pic>
        <p:nvPicPr>
          <p:cNvPr id="3" name="Snapshot" descr="AI API example: Prediction 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Revalidate Validated (409)</a:t>
            </a:r>
            <a:endParaRPr lang="en-US" sz="2600" dirty="0"/>
          </a:p>
        </p:txBody>
      </p:sp>
      <p:pic>
        <p:nvPicPr>
          <p:cNvPr id="3" name="Snapshot" descr="AI API example: Revalidate Validated (40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Risk Alerts</a:t>
            </a:r>
            <a:endParaRPr lang="en-US" sz="2600" dirty="0"/>
          </a:p>
        </p:txBody>
      </p:sp>
      <p:pic>
        <p:nvPicPr>
          <p:cNvPr id="3" name="Snapshot" descr="AI API example: Risk Al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Risk Summary</a:t>
            </a:r>
            <a:endParaRPr lang="en-US" sz="2600" dirty="0"/>
          </a:p>
        </p:txBody>
      </p:sp>
      <p:pic>
        <p:nvPicPr>
          <p:cNvPr id="3" name="Snapshot" descr="AI API example: Risk Summ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 API example: Train Forbidden for HR</a:t>
            </a:r>
            <a:endParaRPr lang="en-US" sz="2600" dirty="0"/>
          </a:p>
        </p:txBody>
      </p:sp>
      <p:pic>
        <p:nvPicPr>
          <p:cNvPr id="3" name="Snapshot" descr="AI API example: Train Forbidden for H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Analytics Reports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Generated PDF, Excel and CSV reports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Analytics reports README</a:t>
            </a:r>
            <a:endParaRPr lang="en-US" sz="2600" dirty="0"/>
          </a:p>
        </p:txBody>
      </p:sp>
      <p:pic>
        <p:nvPicPr>
          <p:cNvPr id="3" name="Snapshot" descr="Analytics reports READ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Report manifest</a:t>
            </a:r>
            <a:endParaRPr lang="en-US" sz="2600" dirty="0"/>
          </a:p>
        </p:txBody>
      </p:sp>
      <p:pic>
        <p:nvPicPr>
          <p:cNvPr id="3" name="Snapshot" descr="Report manif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Activity report (PDF)</a:t>
            </a:r>
            <a:endParaRPr lang="en-US" sz="2600" dirty="0"/>
          </a:p>
        </p:txBody>
      </p:sp>
      <p:pic>
        <p:nvPicPr>
          <p:cNvPr id="3" name="Snapshot" descr="Activity report (PDF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200" y="1051560"/>
            <a:ext cx="756855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Attendance report (PDF)</a:t>
            </a:r>
            <a:endParaRPr lang="en-US" sz="2600" dirty="0"/>
          </a:p>
        </p:txBody>
      </p:sp>
      <p:pic>
        <p:nvPicPr>
          <p:cNvPr id="3" name="Snapshot" descr="Attendance report (PDF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200" y="1051560"/>
            <a:ext cx="756855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Attrition report (PDF)</a:t>
            </a:r>
            <a:endParaRPr lang="en-US" sz="2600" dirty="0"/>
          </a:p>
        </p:txBody>
      </p:sp>
      <p:pic>
        <p:nvPicPr>
          <p:cNvPr id="3" name="Snapshot" descr="Attrition report (PDF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200" y="1051560"/>
            <a:ext cx="756855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Audit log report (PDF)</a:t>
            </a:r>
            <a:endParaRPr lang="en-US" sz="2600" dirty="0"/>
          </a:p>
        </p:txBody>
      </p:sp>
      <p:pic>
        <p:nvPicPr>
          <p:cNvPr id="3" name="Snapshot" descr="Audit log report (PDF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200" y="1051560"/>
            <a:ext cx="756855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Employees report (PDF)</a:t>
            </a:r>
            <a:endParaRPr lang="en-US" sz="2600" dirty="0"/>
          </a:p>
        </p:txBody>
      </p:sp>
      <p:pic>
        <p:nvPicPr>
          <p:cNvPr id="3" name="Snapshot" descr="Employees report (PDF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200" y="1051560"/>
            <a:ext cx="756855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Leave report (PDF)</a:t>
            </a:r>
            <a:endParaRPr lang="en-US" sz="2600" dirty="0"/>
          </a:p>
        </p:txBody>
      </p:sp>
      <p:pic>
        <p:nvPicPr>
          <p:cNvPr id="3" name="Snapshot" descr="Leave report (PDF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200" y="1051560"/>
            <a:ext cx="756855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Payroll report (PDF)</a:t>
            </a:r>
            <a:endParaRPr lang="en-US" sz="2600" dirty="0"/>
          </a:p>
        </p:txBody>
      </p:sp>
      <p:pic>
        <p:nvPicPr>
          <p:cNvPr id="3" name="Snapshot" descr="Payroll report (PDF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200" y="1051560"/>
            <a:ext cx="756855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report (PDF)</a:t>
            </a:r>
            <a:endParaRPr lang="en-US" sz="2600" dirty="0"/>
          </a:p>
        </p:txBody>
      </p:sp>
      <p:pic>
        <p:nvPicPr>
          <p:cNvPr id="3" name="Snapshot" descr="Workforce report (PDF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200" y="1051560"/>
            <a:ext cx="7568553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Activity report, organization (Excel)</a:t>
            </a:r>
            <a:endParaRPr lang="en-US" sz="2600" dirty="0"/>
          </a:p>
        </p:txBody>
      </p:sp>
      <p:pic>
        <p:nvPicPr>
          <p:cNvPr id="3" name="Snapshot" descr="Activity report, organization (Exc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Attendance report, organization (Excel)</a:t>
            </a:r>
            <a:endParaRPr lang="en-US" sz="2600" dirty="0"/>
          </a:p>
        </p:txBody>
      </p:sp>
      <p:pic>
        <p:nvPicPr>
          <p:cNvPr id="3" name="Snapshot" descr="Attendance report, organization (Exc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Attrition report, organization (Excel)</a:t>
            </a:r>
            <a:endParaRPr lang="en-US" sz="2600" dirty="0"/>
          </a:p>
        </p:txBody>
      </p:sp>
      <p:pic>
        <p:nvPicPr>
          <p:cNvPr id="3" name="Snapshot" descr="Attrition report, organization (Exc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Employees report, organization (Excel)</a:t>
            </a:r>
            <a:endParaRPr lang="en-US" sz="2600" dirty="0"/>
          </a:p>
        </p:txBody>
      </p:sp>
      <p:pic>
        <p:nvPicPr>
          <p:cNvPr id="3" name="Snapshot" descr="Employees report, organization (Exc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Leave report, organization (Excel)</a:t>
            </a:r>
            <a:endParaRPr lang="en-US" sz="2600" dirty="0"/>
          </a:p>
        </p:txBody>
      </p:sp>
      <p:pic>
        <p:nvPicPr>
          <p:cNvPr id="3" name="Snapshot" descr="Leave report, organization (Exc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Payroll report, organization (Excel)</a:t>
            </a:r>
            <a:endParaRPr lang="en-US" sz="2600" dirty="0"/>
          </a:p>
        </p:txBody>
      </p:sp>
      <p:pic>
        <p:nvPicPr>
          <p:cNvPr id="3" name="Snapshot" descr="Payroll report, organization (Exc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report, organization (Excel)</a:t>
            </a:r>
            <a:endParaRPr lang="en-US" sz="2600" dirty="0"/>
          </a:p>
        </p:txBody>
      </p:sp>
      <p:pic>
        <p:nvPicPr>
          <p:cNvPr id="3" name="Snapshot" descr="Workforce report, organization (Exc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Activity report, organization (CSV)</a:t>
            </a:r>
            <a:endParaRPr lang="en-US" sz="2600" dirty="0"/>
          </a:p>
        </p:txBody>
      </p:sp>
      <p:pic>
        <p:nvPicPr>
          <p:cNvPr id="3" name="Snapshot" descr="Activity report, organization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Attendance report, organization (CSV)</a:t>
            </a:r>
            <a:endParaRPr lang="en-US" sz="2600" dirty="0"/>
          </a:p>
        </p:txBody>
      </p:sp>
      <p:pic>
        <p:nvPicPr>
          <p:cNvPr id="3" name="Snapshot" descr="Attendance report, organization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Attrition report, organization (CSV)</a:t>
            </a:r>
            <a:endParaRPr lang="en-US" sz="2600" dirty="0"/>
          </a:p>
        </p:txBody>
      </p:sp>
      <p:pic>
        <p:nvPicPr>
          <p:cNvPr id="3" name="Snapshot" descr="Attrition report, organization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Audit log report, organization (CSV)</a:t>
            </a:r>
            <a:endParaRPr lang="en-US" sz="2600" dirty="0"/>
          </a:p>
        </p:txBody>
      </p:sp>
      <p:pic>
        <p:nvPicPr>
          <p:cNvPr id="3" name="Snapshot" descr="Audit log report, organization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Employees report, organization (CSV)</a:t>
            </a:r>
            <a:endParaRPr lang="en-US" sz="2600" dirty="0"/>
          </a:p>
        </p:txBody>
      </p:sp>
      <p:pic>
        <p:nvPicPr>
          <p:cNvPr id="3" name="Snapshot" descr="Employees report, organization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Leave report, organization (CSV)</a:t>
            </a:r>
            <a:endParaRPr lang="en-US" sz="2600" dirty="0"/>
          </a:p>
        </p:txBody>
      </p:sp>
      <p:pic>
        <p:nvPicPr>
          <p:cNvPr id="3" name="Snapshot" descr="Leave report, organization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Payroll report, organization (CSV)</a:t>
            </a:r>
            <a:endParaRPr lang="en-US" sz="2600" dirty="0"/>
          </a:p>
        </p:txBody>
      </p:sp>
      <p:pic>
        <p:nvPicPr>
          <p:cNvPr id="3" name="Snapshot" descr="Payroll report, organization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report, organization (CSV)</a:t>
            </a:r>
            <a:endParaRPr lang="en-US" sz="2600" dirty="0"/>
          </a:p>
        </p:txBody>
      </p:sp>
      <p:pic>
        <p:nvPicPr>
          <p:cNvPr id="3" name="Snapshot" descr="Workforce report, organization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Activity report, department (CSV)</a:t>
            </a:r>
            <a:endParaRPr lang="en-US" sz="2600" dirty="0"/>
          </a:p>
        </p:txBody>
      </p:sp>
      <p:pic>
        <p:nvPicPr>
          <p:cNvPr id="3" name="Snapshot" descr="Activity report, department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Attendance report, department (CSV)</a:t>
            </a:r>
            <a:endParaRPr lang="en-US" sz="2600" dirty="0"/>
          </a:p>
        </p:txBody>
      </p:sp>
      <p:pic>
        <p:nvPicPr>
          <p:cNvPr id="3" name="Snapshot" descr="Attendance report, department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Attrition report, department (CSV)</a:t>
            </a:r>
            <a:endParaRPr lang="en-US" sz="2600" dirty="0"/>
          </a:p>
        </p:txBody>
      </p:sp>
      <p:pic>
        <p:nvPicPr>
          <p:cNvPr id="3" name="Snapshot" descr="Attrition report, department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Employees report, department (CSV)</a:t>
            </a:r>
            <a:endParaRPr lang="en-US" sz="2600" dirty="0"/>
          </a:p>
        </p:txBody>
      </p:sp>
      <p:pic>
        <p:nvPicPr>
          <p:cNvPr id="3" name="Snapshot" descr="Employees report, department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Leave report, department (CSV)</a:t>
            </a:r>
            <a:endParaRPr lang="en-US" sz="2600" dirty="0"/>
          </a:p>
        </p:txBody>
      </p:sp>
      <p:pic>
        <p:nvPicPr>
          <p:cNvPr id="3" name="Snapshot" descr="Leave report, department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Workforce report, department (CSV)</a:t>
            </a:r>
            <a:endParaRPr lang="en-US" sz="2600" dirty="0"/>
          </a:p>
        </p:txBody>
      </p:sp>
      <p:pic>
        <p:nvPicPr>
          <p:cNvPr id="3" name="Snapshot" descr="Workforce report, department (CSV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API Documentation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API reference, endpoint inventory and OpenAPI spec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documentation</a:t>
            </a:r>
            <a:endParaRPr lang="en-US" sz="2600" dirty="0"/>
          </a:p>
        </p:txBody>
      </p:sp>
      <p:pic>
        <p:nvPicPr>
          <p:cNvPr id="3" name="Snapshot" descr="API docum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Endpoint inventory</a:t>
            </a:r>
            <a:endParaRPr lang="en-US" sz="2600" dirty="0"/>
          </a:p>
        </p:txBody>
      </p:sp>
      <p:pic>
        <p:nvPicPr>
          <p:cNvPr id="3" name="Snapshot" descr="Endpoint inven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OpenAPI specification</a:t>
            </a:r>
            <a:endParaRPr lang="en-US" sz="2600" dirty="0"/>
          </a:p>
        </p:txBody>
      </p:sp>
      <p:pic>
        <p:nvPicPr>
          <p:cNvPr id="3" name="Snapshot" descr="OpenAPI specif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Employee List Paginated</a:t>
            </a:r>
            <a:endParaRPr lang="en-US" sz="2600" dirty="0"/>
          </a:p>
        </p:txBody>
      </p:sp>
      <p:pic>
        <p:nvPicPr>
          <p:cNvPr id="3" name="Snapshot" descr="API example: Employee List Pagina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Health</a:t>
            </a:r>
            <a:endParaRPr lang="en-US" sz="2600" dirty="0"/>
          </a:p>
        </p:txBody>
      </p:sp>
      <p:pic>
        <p:nvPicPr>
          <p:cNvPr id="3" name="Snapshot" descr="API example: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Login Success</a:t>
            </a:r>
            <a:endParaRPr lang="en-US" sz="2600" dirty="0"/>
          </a:p>
        </p:txBody>
      </p:sp>
      <p:pic>
        <p:nvPicPr>
          <p:cNvPr id="3" name="Snapshot" descr="API example: Login Succ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Login Wrong Password</a:t>
            </a:r>
            <a:endParaRPr lang="en-US" sz="2600" dirty="0"/>
          </a:p>
        </p:txBody>
      </p:sp>
      <p:pic>
        <p:nvPicPr>
          <p:cNvPr id="3" name="Snapshot" descr="API example: Login Wrong Passw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Me</a:t>
            </a:r>
            <a:endParaRPr lang="en-US" sz="2600" dirty="0"/>
          </a:p>
        </p:txBody>
      </p:sp>
      <p:pic>
        <p:nvPicPr>
          <p:cNvPr id="3" name="Snapshot" descr="API example: 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Missing Token (401)</a:t>
            </a:r>
            <a:endParaRPr lang="en-US" sz="2600" dirty="0"/>
          </a:p>
        </p:txBody>
      </p:sp>
      <p:pic>
        <p:nvPicPr>
          <p:cNvPr id="3" name="Snapshot" descr="API example: Missing Token (40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Out of Scope (404)</a:t>
            </a:r>
            <a:endParaRPr lang="en-US" sz="2600" dirty="0"/>
          </a:p>
        </p:txBody>
      </p:sp>
      <p:pic>
        <p:nvPicPr>
          <p:cNvPr id="3" name="Snapshot" descr="API example: Out of Scope (40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Report Catalog Manager</a:t>
            </a:r>
            <a:endParaRPr lang="en-US" sz="2600" dirty="0"/>
          </a:p>
        </p:txBody>
      </p:sp>
      <p:pic>
        <p:nvPicPr>
          <p:cNvPr id="3" name="Snapshot" descr="API example: Report Catalog Mana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Role Forbidden (403)</a:t>
            </a:r>
            <a:endParaRPr lang="en-US" sz="2600" dirty="0"/>
          </a:p>
        </p:txBody>
      </p:sp>
      <p:pic>
        <p:nvPicPr>
          <p:cNvPr id="3" name="Snapshot" descr="API example: Role Forbidden (40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Search</a:t>
            </a:r>
            <a:endParaRPr lang="en-US" sz="2600" dirty="0"/>
          </a:p>
        </p:txBody>
      </p:sp>
      <p:pic>
        <p:nvPicPr>
          <p:cNvPr id="3" name="Snapshot" descr="API example: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Unknown Filter (422)</a:t>
            </a:r>
            <a:endParaRPr lang="en-US" sz="2600" dirty="0"/>
          </a:p>
        </p:txBody>
      </p:sp>
      <p:pic>
        <p:nvPicPr>
          <p:cNvPr id="3" name="Snapshot" descr="API example: Unknown Filter (42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Users Admin List</a:t>
            </a:r>
            <a:endParaRPr lang="en-US" sz="2600" dirty="0"/>
          </a:p>
        </p:txBody>
      </p:sp>
      <p:pic>
        <p:nvPicPr>
          <p:cNvPr id="3" name="Snapshot" descr="API example: Users Admin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Users Forbidden for HR</a:t>
            </a:r>
            <a:endParaRPr lang="en-US" sz="2600" dirty="0"/>
          </a:p>
        </p:txBody>
      </p:sp>
      <p:pic>
        <p:nvPicPr>
          <p:cNvPr id="3" name="Snapshot" descr="API example: Users Forbidden for H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API example: Validation Error (422)</a:t>
            </a:r>
            <a:endParaRPr lang="en-US" sz="2600" dirty="0"/>
          </a:p>
        </p:txBody>
      </p:sp>
      <p:pic>
        <p:nvPicPr>
          <p:cNvPr id="3" name="Snapshot" descr="API example: Validation Error (42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Database Schema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Schema, table inventory, ER diagram and migrations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Database schema</a:t>
            </a:r>
            <a:endParaRPr lang="en-US" sz="2600" dirty="0"/>
          </a:p>
        </p:txBody>
      </p:sp>
      <p:pic>
        <p:nvPicPr>
          <p:cNvPr id="3" name="Snapshot" descr="Database sch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Table inventory</a:t>
            </a:r>
            <a:endParaRPr lang="en-US" sz="2600" dirty="0"/>
          </a:p>
        </p:txBody>
      </p:sp>
      <p:pic>
        <p:nvPicPr>
          <p:cNvPr id="3" name="Snapshot" descr="Table inven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Entity relationship diagram</a:t>
            </a:r>
            <a:endParaRPr lang="en-US" sz="2600" dirty="0"/>
          </a:p>
        </p:txBody>
      </p:sp>
      <p:pic>
        <p:nvPicPr>
          <p:cNvPr id="3" name="Snapshot" descr="Entity relationship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MySQL schema script</a:t>
            </a:r>
            <a:endParaRPr lang="en-US" sz="2600" dirty="0"/>
          </a:p>
        </p:txBody>
      </p:sp>
      <p:pic>
        <p:nvPicPr>
          <p:cNvPr id="3" name="Snapshot" descr="MySQL schema scr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Migration history</a:t>
            </a:r>
            <a:endParaRPr lang="en-US" sz="2600" dirty="0"/>
          </a:p>
        </p:txBody>
      </p:sp>
      <p:pic>
        <p:nvPicPr>
          <p:cNvPr id="3" name="Snapshot" descr="Migration 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Test Results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Test summary and raw test, build and lint output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Test results summary</a:t>
            </a:r>
            <a:endParaRPr lang="en-US" sz="2600" dirty="0"/>
          </a:p>
        </p:txBody>
      </p:sp>
      <p:pic>
        <p:nvPicPr>
          <p:cNvPr id="3" name="Snapshot" descr="Test results summ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Backend full test suite output</a:t>
            </a:r>
            <a:endParaRPr lang="en-US" sz="2600" dirty="0"/>
          </a:p>
        </p:txBody>
      </p:sp>
      <p:pic>
        <p:nvPicPr>
          <p:cNvPr id="3" name="Snapshot" descr="Backend full test suite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Frontend test output</a:t>
            </a:r>
            <a:endParaRPr lang="en-US" sz="2600" dirty="0"/>
          </a:p>
        </p:txBody>
      </p:sp>
      <p:pic>
        <p:nvPicPr>
          <p:cNvPr id="3" name="Snapshot" descr="Frontend test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Frontend build output</a:t>
            </a:r>
            <a:endParaRPr lang="en-US" sz="2600" dirty="0"/>
          </a:p>
        </p:txBody>
      </p:sp>
      <p:pic>
        <p:nvPicPr>
          <p:cNvPr id="3" name="Snapshot" descr="Frontend build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Frontend lint output</a:t>
            </a:r>
            <a:endParaRPr lang="en-US" sz="2600" dirty="0"/>
          </a:p>
        </p:txBody>
      </p:sp>
      <p:pic>
        <p:nvPicPr>
          <p:cNvPr id="3" name="Snapshot" descr="Frontend lint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Tools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2F3"/>
                </a:solidFill>
              </a:rPr>
              <a:t>Scripts used to produce these deliverables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3F2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Tools README</a:t>
            </a:r>
            <a:endParaRPr lang="en-US" sz="2600" dirty="0"/>
          </a:p>
        </p:txBody>
      </p:sp>
      <p:pic>
        <p:nvPicPr>
          <p:cNvPr id="3" name="Snapshot" descr="Tools READ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Tools folder contents</a:t>
            </a:r>
            <a:endParaRPr lang="en-US" sz="2600" dirty="0"/>
          </a:p>
        </p:txBody>
      </p:sp>
      <p:pic>
        <p:nvPicPr>
          <p:cNvPr id="3" name="Snapshot" descr="Tools folder cont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051560"/>
            <a:ext cx="8558784" cy="5349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Force AI Pro">
  <a:themeElements>
    <a:clrScheme name="WorkForce AI Pro">
      <a:dk1>
        <a:srgbClr val="1F2933"/>
      </a:dk1>
      <a:lt1>
        <a:srgbClr val="FFFFFF"/>
      </a:lt1>
      <a:dk2>
        <a:srgbClr val="0B3B4F"/>
      </a:dk2>
      <a:lt2>
        <a:srgbClr val="EEF3F5"/>
      </a:lt2>
      <a:accent1>
        <a:srgbClr val="0E7C86"/>
      </a:accent1>
      <a:accent2>
        <a:srgbClr val="F2A541"/>
      </a:accent2>
      <a:accent3>
        <a:srgbClr val="4C9F70"/>
      </a:accent3>
      <a:accent4>
        <a:srgbClr val="5B6C8F"/>
      </a:accent4>
      <a:accent5>
        <a:srgbClr val="C8553D"/>
      </a:accent5>
      <a:accent6>
        <a:srgbClr val="8AA1B1"/>
      </a:accent6>
      <a:hlink>
        <a:srgbClr val="0E7C86"/>
      </a:hlink>
      <a:folHlink>
        <a:srgbClr val="5B6C8F"/>
      </a:folHlink>
    </a:clrScheme>
    <a:fontScheme name="WorkForce AI Pr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150</Slides>
  <Notes>150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AI Pro Deliverables</dc:title>
  <dc:subject>PptxGenJS Presentation</dc:subject>
  <dc:creator>anushree yadav</dc:creator>
  <cp:lastModifiedBy>anushree yadav</cp:lastModifiedBy>
  <cp:revision>1</cp:revision>
  <dcterms:created xsi:type="dcterms:W3CDTF">2026-10-28T05:26:19Z</dcterms:created>
  <dcterms:modified xsi:type="dcterms:W3CDTF">2026-10-28T05:26:19Z</dcterms:modified>
</cp:coreProperties>
</file>